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1371600"/>
            <a:ext cx="91440" cy="9144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1554480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640080"/>
            <a:ext cx="91440" cy="9144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760720"/>
            <a:ext cx="109728" cy="109728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6126480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217920"/>
            <a:ext cx="54864" cy="54864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PROJECT  ·  BIOINFORMATICS &amp; MACHINE LEARNING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Prediction of Viral Mutations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Immune-Escape Potential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Protein Language Models and Structural Graph Features on the SARS-CoV-2 Spike Protein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00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· Vineela · Jimit Patel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937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Vellore — B.Tech CSE (Bioinformatics)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150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· Introduction · Literature Review · Methodology · Databases · Analysis · Result · Discussion · Conclusion · References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for each of the 1,273 residues of the SARS-CoV-2 Spike protein, jointly predict P(mutate) — hotspot likelihood — and S(escape) — antibody-escape potential — combined into a joint risk score R = P × S for surveillance triage.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a frozen ESM-2 protein language model fused with a GVP-GNN structural encoder (built from 3 real Spike cryo-EM structures) via cross-attention, supervised by real Bloom Lab Deep Mutational Scanning (DMS) escape data.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is real and verified: public sequence acquisition (NCBI Virus, Nextstrain), a temporally leakage-checked train/validation/test split, and genuine structural-graph construction.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a code-level audit of the delivered checkpoint found it was calibrated on synthetic noise rather than real embeddings, and that the reported “1,000-test-case” evaluation uses a circular, hardcoded ground truth — so headline accuracy numbers should not be read as validated performance.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the architecture, the real data pipeline, an honest reading of the reported metrics, and the concrete next steps needed for a trustworthy evaluation.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SARS-CoV-2's error-prone replication accumulates mutations; a small minority — mostly on Spike — alter ACE2 binding or antibody recognition under immune selection.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given Spike sequence and structure, predict per-residue mutation likelihood and escape potential, supervised by empirical DMS data.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sequence-only language models lack explicit 3D geometry; structure-only models lack broad evolutionary context — few reproducible pipelines fuse both with a genuinely temporal (not random) split for this dual task.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build and evaluate a multimodal system jointly predicting Spike mutation hotspots and escape potential under realistic temporal generalization constraints.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Spike protein only; RBD/NTD-class escape from the DMS panel; three reference cryo-EM conformations. Out of scope: wet-lab validation, non-Spike proteins, real-time monitoring.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9144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this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 et al., "Evolutionary-scale prediction of atomic-level protein structure with a language model" 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the ESM-2 frozen sequence-encoder embeddings this architecture specifies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Jing, Eismann, Suriana, Townshend &amp; Dror, "Learning from Protein Structure with Geometric Vector Perceptrons" 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GVP-GNN architecture directly implemented by the structure encoder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Greaney, Starr, Bloom et al., "Complete Mapping of Mutations to the SARS-CoV-2 Spike RBD that Escape Antibody Recognition" [3]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methodology for the DMS escape-score supervision labels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Vaswani et al., "Attention Is All You Need" 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Multi-head attention mechanism underlying the cross-attention fusion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Sequences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Virus + Nextstrain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Spike-only, QC filtered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225040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6208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17648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Split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17648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train/val: ≤ Dec 2023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JN.1/KP.2/KP.3/XEC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102608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03776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95216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ESM-2 (frozen)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95216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Per-residue language-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embedding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80176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81344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72784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GVP-GNN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6VXX/6VSB/7BNN contact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structural embedding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857744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58912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50352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Cross-Attention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50352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attends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context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735312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36480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27920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Heads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27920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P(mutate) · S(escape)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R = P × 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R = P(mutate) × S(escape) ranks all 1,273 residues for surveillance priority.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D7E3F4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6418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Cross-attention: Q=Wq·H_seq, K=Wk·H_struct, V=Wv·H_struct; H_fused = LayerNorm(MultiHeadAttention(Q,K,V)+Q), 8 heads, d_model=512. Dual heads: 2-layer MLP (GELU, dropout) per task — BCE loss for P(mutate), MSE loss for S(escape).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Data &amp; Evaluation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full-length Spike sequences (1,273 ± 5 aa) from NCBI Virus and Nextstrain, deduplicated, &gt;5% ambiguous-residue sequences discarded.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split: train/val = sequences collected ≤ 2023-12-31 (85%/15% random split); test = JN.1/KP.2/KP.3/XEC lineages collected after that date; a hard assertion verifies zero date or strain-ID leakage before saving.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frozen ESM-2 embeddings cached per sequence; structural features (SASA, backbone dihedrals, orientation vectors) computed once per PDB reference structure (6VXX/6VSB/7BNN) via BioPython + freesasa.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labels: Bloom Lab DMS values, normalized per antibody condition, aggregated to a top-decile-per-site score across 5 epitope classes.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design: Spearman ρ, MSE, AUROC, AUPRC, and Precision@K computed on the temporally held-out set; an ablation suite (seq-only / struct-only / concat / full fusion) is implemented to isolate the contribution of structure and of the fusion mechanism.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 and Data Sources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22860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NCBI Virus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public sequence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API, no registration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Nextstrain (open build)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Metadata: lineage, clade, collection date — drives the temporal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direct download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 Lab DMS (SARS2_RBD_Ab_escape_maps)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 labels for the EscapeHead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GitHub repo, downloaded programmatically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— 178/1,273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RCSB PDB (6VXX, 6VSB, 7BNN)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cryo-EM structures for contact-graph construction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download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— 3 real graphs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CoV-AbDab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Antibody epitope-class cross-reference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7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 present, not central to supervision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— Dataset Composition (Verified)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733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1,326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Spike sequences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70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+ Nextstrain, QC filtered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6733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756 / 134 / 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sequences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770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= 1 KP.3 + 1 XEC strain, 2025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55080" y="16733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 / 1,273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Residues with real DMS escape data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70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 direct experimental coverage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89720" y="16733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480-dim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cached embedding size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770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specifies 1,280-dim (650M model); verified on-disk tensors are 480-dim (35M model)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verification found the training supervision uses one fixed hotspot/escape vector (14 hardcoded sites) applied to every example, and the delivered checkpoint was calibrated on synthetic Gaussian noise rather than the real cached embeddings.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(hotspot)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against circular, hardcoded ground truth — not independent discriminative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AUPRC (hotspot)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chance under class imbalance — contradicts the AUROC figure; the more diagnostic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top-10 ranked residues matched the (circular) reference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 (escape vs. DMS)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Weak-to-moderate; from the noise-calibrated checkpoint, not one trained on real embeddings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(escape)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in absolute terms; both predictions and targets are bounded in [0,1]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non-constancy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no constant-output collapse — a weak sanity check, not an accuracy measure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idea — frozen language model + equivariant structural encoder via cross-attention, supervised by real DMS data — is sound and consistent with current multimodal protein-modeling practice.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established: whether this specific implementation, trained end-to-end on its own real embeddings with non-circular evaluation, actually achieves the reported accuracy or beats the simpler baselines its own ablation code is built to test.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escape score would be a ranking signal for prioritizing experimental follow-up — not direct evidence of real-world immune escape, altered transmissibility, or vaccine failure.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limitations: DMS coverage spans only 178/1,273 residues and 5 epitope classes; the held-out test set (2 sequences) is too small for a generalization claim; structural features are static across all sequences; no confidence intervals or multi-seed variance are reported.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reproducible, public-data pipeline was assembled: real sequence acquisition, a temporally leakage-checked split, real DMS escape-label aggregation, and real structural-graph construction from experimental cryo-EM structures.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multimodal architecture (frozen ESM-2 + GVP-GNN + cross-attention + dual heads) was implemented for joint mutation-hotspot and immune-escape prediction.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direct, code-level audit found the reported checkpoint and metrics come from a calibration procedure on synthetic input and a circular evaluation construction, not from end-to-end training and independent prospective testing.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needed for a proper evaluation already exists: training on real embeddings, sequence-specific labels, a non-circular test set, and the existing ablation suite are the concrete next steps to answer the project's core research question with evidence.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149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Lin, Z. et al. (2023). Evolutionary-scale prediction of atomic-level protein structure with a language model. Science, 379(6637), 1123–1130.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Jing, B., Eismann, S., Suriana, P., Townshend, R.J.L., &amp; Dror, R. (2021). Learning from Protein Structure with Geometric Vector Perceptrons. ICLR 2021. arXiv:2009.01411.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Greaney, A.J., Starr, T.N., Bloom, J.D. et al. (2021). Complete Mapping of Mutations to the SARS-CoV-2 Spike Receptor-Binding Domain that Escape Antibody Recognition. Cell Host &amp; Microbe, 29(3), 463–476.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Vaswani, A. et al. (2017). Attention Is All You Need. NeurIPS 30.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 Lab, SARS2_RBD_Ab_escape_maps data repository: github.com/jbloomlab/SARS2_RBD_Ab_escape_maps.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RCSB Protein Data Bank, entries 6VXX, 6VSB, 7BNN (SARS-CoV-2 Spike cryo-EM structures).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VIT Vellore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Prediction of Viral Mutations and Immune-Escape Potential</dc:title>
  <dc:subject>PptxGenJS Presentation</dc:subject>
  <dc:creator>Jimit Patel</dc:creator>
  <cp:lastModifiedBy>Jimit Patel</cp:lastModifiedBy>
  <cp:revision>1</cp:revision>
  <dcterms:created xsi:type="dcterms:W3CDTF">2026-10-12T16:49:43Z</dcterms:created>
  <dcterms:modified xsi:type="dcterms:W3CDTF">2026-10-12T16:49:43Z</dcterms:modified>
</cp:coreProperties>
</file>