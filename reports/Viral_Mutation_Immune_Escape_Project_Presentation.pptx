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a code-verified audit of the viral-escape-predictor project, not a marketing deck. Every claim is traced back to a specific file in the repository. Open by stating the goal plainly: predict which Spike residues are likely to mutate next, and how much a mutation there would help the virus escape antibodies, by fusing a protein language model (ESM-2) with 3D structural features (GVP-GNN). Tell the examiner up front that this presentation distinguishes 'designed' from 'verified working as intended' — that framing is the strongest signal of genuine understanding and will pre-empt most hostile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intended architecture, taken directly from configs/data.yaml, configs/model.yaml and the implementation plan. State clearly that this slide describes DESIGN, and that the next section is where the code is actually checked against this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GVP: it processes scalar features with ordinary MLPs and 3D direction vectors with rotation-equivariant linear maps, so the structural representation doesn't change arbitrarily if the protein is rotated in space. Also note: because the same 3 PDB graphs are reused for every sequence, the model gets NO sequence-specific 3D structure — mutations do not locally perturb the structural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Finding 2 directly. The domain_prior terms are hard constants added to the logits BEFORE the sigmoid — they are not learned from data, and at a scale of 1.5× they can dominate the output far more than a small MLP correction learned from a handful of training epochs. Flag this honestly rather than waiting for the examiner to find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1371600"/>
            <a:ext cx="91440" cy="9144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1554480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640080"/>
            <a:ext cx="91440" cy="9144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760720"/>
            <a:ext cx="109728" cy="109728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6126480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217920"/>
            <a:ext cx="54864" cy="54864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PROJECT  ·  BIOINFORMATICS &amp; MACHINE LEARNING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Prediction of Viral Mutations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Immune-Escape Potential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Protein Language Models and Structural Graph Features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SARS-CoV-2 Spike Protein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 ·  Vineela  ·  Jimit Patel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Vellore — B.Tech CSE (Bioinformatics)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reviewed: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 — code-verified project audit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biological problem — viral mutation and antibody (immune) escape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designed and built — the ESM-2 + GVP-GNN + cross-attention pipeline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code-verified reality check — six concrete discrepancies between documentation and implementation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genuinely works, and an honest reading of the reported metrics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grounding, limitations, and a concrete roadmap to make the results trustworthy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Viva-preparation appendix — 30+ likely examiner questions with evidence-based answers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2606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 Motivation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predicting Spike mutations and immune escape matters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Motivation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BACKGROUND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Viruses Evolve Under Immune Pressure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SARS-CoV-2 is an RNA virus; its RNA-dependent RNA polymerase lacks strong proofreading, so point mutations accumulate steadily across global transmission.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mutations are neutral or deleterious; a small minority alter the Spike protein in ways that change receptor binding or antibody recognition — these are the ones surveillance systems care about.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nonsynonymous (missense) mutation changes a codon and therefore the amino acid at that position; a synonymous mutation does not. Only amino-acid-level change can plausibly alter protein behavior.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Spike glycoprotein is the primary target of neutralizing antibodies and the ACE2 receptor-binding machinery — which is exactly why it is also the fastest-evolving region of the genome under immune selection.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which residues are likely to mutate next, and how costly that mutation would be to antibody recognition, is directly useful for vaccine-strain selection and genomic surveillance triage.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Background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BACKGROUND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Protein Structure to Antibody Escape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structure (amino acid sequence) folds into secondary/tertiary structure; the Receptor-Binding Domain (RBD) and N-Terminal Domain (NTD) form the two major antibody-accessible surfaces on Spike.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epitope is the specific surface patch an antibody physically contacts. A mutation inside an epitope can weaken binding without necessarily helping the virus bind ACE2 better — escape and infectivity are separate properties.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residue 501 — Asparagine→Tyrosine (N501Y) seen in Alpha/Beta/Gamma/Omicron. A nucleotide substitution changes the codon AAT→TAT, swapping a small polar side chain for a bulky aromatic one at the ACE2-contact ridge, a structural change large enough to be positively selected across independent lineages.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not every RBD mutation is validated as escape — many are classified by DMS assay signal, not by confirmed clinical breakthrough.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escape ≠ increased transmissibility, virulence, or drug resistance — these are independent axes; a mutation can change one without the others.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Background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BACKGROUND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Experimental vs. Computational Evidence Can Establish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Gold-standard escape evidence: Deep Mutational Scanning (DMS) — a real antibody is incubated against a library of thousands of engineered RBD point mutants, and the fraction that escapes neutralization is measured directly (Bloom Lab protocol).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model never performs that wet-lab assay — it is trained to approximate the summary statistic DMS experiments already produced, for sites and antibody classes already tested.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computational prediction of escape probability is therefore a hypothesis-ranking tool for prioritizing which new mutations deserve experimental follow-up — not a replacement for the assay, and not proof of real-world vaccine failure.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precise framing: for each of the 1,273 Spike residues, jointly estimate P(residue mutates in a future lineage) and S(a mutation there helps escape antibodies), then rank residues by the product — a surveillance triage signal, not a clinical diagnostic.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Background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2606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Designed and Built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intended end-to-end system, as specified in the repository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Designed and Built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(As Designed)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Sequences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Virus + Nextstrain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Spike-only, QC filtered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225040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6208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17648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Split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17648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train/val: ≤ Dec 2023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JN.1 / KP.2 / KP.3 / XEC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102608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03776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95216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ESM-2 (frozen)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95216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Per-residue language-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embedding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80176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81344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72784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GVP-GNN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6VXX/6VSB/7BNN contact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→ structural embedding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857744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58912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50352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Cross-Attention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50352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attends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context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735312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36480" y="2377440"/>
            <a:ext cx="1676400" cy="1737360"/>
          </a:xfrm>
          <a:prstGeom prst="roundRect">
            <a:avLst>
              <a:gd name="adj" fmla="val 4364"/>
            </a:avLst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27920" y="2514600"/>
            <a:ext cx="149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Heads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27920" y="3127248"/>
            <a:ext cx="149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P(mutate) · S(escape)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 R = P × 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R = P(mutate) × S(escape) ranks all 1,273 residues for surveillance priority.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D7E3F4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note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6418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shows the pipeline exactly as specified in configs/ and implementation_plan_updated.md. Section 3 verifies, stage by stage, which parts actually ran this way end-to-end on the delivered checkpoint, and which did not.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·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 — Real, Public Sources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Sequences: NCBI Virus + Nextstrain open build (src/data/ncbi_ingest.py, nextstrain_ingest.py) — public, no registration. Filtered to full-length Spike ORF (1273 ± 5 aa), deduplicated, &gt;5% ambiguous-residue sequences discarded.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Immune-escape labels: Bloom Lab Deep Mutational Scanning dataset, downloaded live from GitHub (src/data/dms_parser.py) — real experimental antibody-escape measurements across 5 epitope classes (RBD class 1–4, NTD supersite), aggregated to a top-decile per-site score.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three real experimental cryo-EM Spike trimer structures from RCSB PDB — 6VXX (closed), 6VSB (one RBD up), 7BNN (RBD open) — parsed into residue-contact graphs with BioPython + freesasa (SASA, backbone dihedrals, Cα–Cα contacts &lt; 10 Å).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epitope classes: CoV-AbDab parser present in the codebase for cross-referencing known antibody classes (src/data/covabdab_parser.py).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with a hard anti-leakage assertion: train/val restricted to sequences collected on or before 2023-12-31; test restricted to JN.1/KP.2/KP.3/XEC lineages collected after that date — a genuinely good practice that prevents the model from training on the future.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·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·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 (Verified Counts)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733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Spike sequences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07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data/interim/metadata_clean.tsv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16733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756 / 134 / 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sequences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807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data/processed/{train,val,test}.csv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55080" y="16733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RBD/NTD sites with real DMS data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807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dms_escape_aggregated.csv (of 1,273 total residues)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1508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8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89720" y="16733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cryo-EM structures used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807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6VXX, 6VSB, 7BNN → contact graphs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BF1DE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3931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9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this carefully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3159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held-out test set contains only 2 real post-cutoff sequences (one KP.3, one XEC strain). The 756/134/2 split is real and verified directly from the CSV files on disk. A 2-sequence prospective test set is scientifically thin for any generalization claim — this is flagged again in Finding 5.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· 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·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Deep-Dive — Sequence &amp; Structure Encoders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D7E3F4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encoder (frozen ESM-2)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84248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src/models/sequence_encoder.py loads pre-computed embeddings from disk — ESM-2 never runs during training, it is a one-time feature-extraction step.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Per-residue representation, one 1273-length vector per residue.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target: esm2_t33_650M_UR50D, 1,280-dim, layer 33 (configs/model.yaml) — but see Finding 1: the cached .pt files on disk are 480-dimensional, matching the smaller esm2_t12_35M_UR50D fallback model instead.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E6F3EC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encoder (GVP-GNN)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84248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src/models/structure_encoder.py stacks 3 Geometric Vector Perceptron convolution layers (src/features/gvp_features.py), implementing Jing et al., ICLR 2021.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per residue: 10 scalar features (SASA, secondary structure, sin/cos φ/ψ dihedrals) + 3 orientation vectors (N→Cα, Cα→C, Cα→Cβ).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connect residues within 10 Å Cα–Cα distance, built once per PDB structure and reused for every sequence (a fixed structural 'skeleton', not sequence-specific 3D folding).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· Model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·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Deep-Dive — Fusion &amp; Dual Heads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B1D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Cross-Attention Fusion  (src/models/fusion.py)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Wq·H_seq     K = Wk·H_struct     V = Wv·H_struct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H_fused = LayerNorm( MultiHeadAttention(Q, K, V) + Q )   — 8 heads, residual connection, d_model = 512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residue's ESM-2 embedding is re-weighted by attending over the structural-graph representation — the intended mechanism for letting 3D context sharpen the language-model signal.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BF1DE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9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HotspotHead → P(mutate)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78808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MLP (GELU, LayerNorm, dropout 0.1) on the fused representation, then: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sigmoid( (logit + domain_prior) × 1.5 )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domain_prior is a hand-set constant per region: +3.2 (RBD 319–541), +1.8 (NTD 14–305), +3.5 (Furin site 681–685), −3.5 elsewhere.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361188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BF1DE"/>
          </a:solidFill>
          <a:ln/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9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EscapeHead → S(escape)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178808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MLP structure, separate weights, then: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sigmoid( (logit + domain_prior) × 1.5 )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domain_prior here: +3.0 (RBD), +1.5 (NTD), −3.2 elsewhere.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risk score: R = P(mutate) × S(escape) (src/risk_score.py) — used to rank residues.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· Model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2606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Reality Check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verified discrepancies between documentation and the delivered checkpoint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—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Audit Was Done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on the next six slides is backed by a direct code citation — file path, function, and the exact lines responsible — not by inference from the README or the implementation plan.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followed throughout: never assume a component works as documented merely because a config file or report claims it does; trace execution and check it.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used consistently: Implemented &amp; verified · Implemented with caveats · Hardcoded / not learned · Discrepancy between docs and code.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standard practice before presenting any ML system's numbers, and it is exactly what a careful viva examiner will probe for — doing it first, and presenting it candidly, is the strongest possible position to defend from.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— Method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539935" y="347472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FCEA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39935" y="347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FOUND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Dimension Mismatch: 1,280 vs. 480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configs/model.yaml specifies </a:t>
            </a:r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esm2_t33_650M_UR50D, output_dim: 1280 (the large, 650-million-parameter ESM-2 checkpoint).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2880360"/>
          </a:xfrm>
          <a:prstGeom prst="roundRect">
            <a:avLst>
              <a:gd name="adj" fmla="val 2222"/>
            </a:avLst>
          </a:prstGeom>
          <a:solidFill>
            <a:srgbClr val="0B1D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EVIDENCE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26080"/>
            <a:ext cx="10607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data/processed/esm2_embeddings/*.pt  →  verified tensor shape (1273, 480)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src/models/sequence_encoder.py:34   →  zero-fallback: torch.zeros((1273, 480))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src/features/esm2_embed.py:27-28    →  ESM2_MODEL_SMALL = "esm2_t12_35M_UR50D"  (480-dim, 12 layers)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scripts/train_well_calibrated_model.py:30 and tests/test_1000_cases.py:52  →  d_seq = 480 (hardcoded)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CEA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5595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cached embedding and the delivered checkpoint were built with the small 35M-parameter ESM-2 model, not the 650M model the config and the project description advertise. Any claim of '650M-parameter protein language model embeddings' in the written report should be corrected to the 35M variant — a materially smaller and less expressive encoder.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— Verified Discrepancies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539935" y="347472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FCEA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39935" y="347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FOUND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Hardcoded Biophysical Priors Dominate the Output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src/models/heads.py docstrings describe </a:t>
            </a:r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HotspotHead / EscapeHead as learned, calibrated prediction heads.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2880360"/>
          </a:xfrm>
          <a:prstGeom prst="roundRect">
            <a:avLst>
              <a:gd name="adj" fmla="val 2222"/>
            </a:avLst>
          </a:prstGeom>
          <a:solidFill>
            <a:srgbClr val="0B1D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EVIDENCE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26080"/>
            <a:ext cx="10607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domain_prior = where(319&lt;=site&lt;=541, 3.2,        # RBD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where(14&lt;=site&lt;=305,  1.8,         # NTD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where(681&lt;=site&lt;=685, 3.5,         # Furin site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-3.5)))                            # everywhere else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p_mutate = sigmoid( (mlp_logit + domain_prior) * 1.5 )   — heads.py, both heads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CEA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5595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additive constant is 2–4× larger than a typical learned logit from a small, lightly-trained MLP. In practice the output is dominated by which of four fixed regions a residue sits in, not by anything the model learned from sequence or structure. This is the mechanism behind the 'known weakness' already logged for this project: the model is closer to a hand-tuned rule with a thin learned residual than a fully data-driven predictor.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— Verified Discrepancies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539935" y="347472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FCEA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39935" y="347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FOUND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Labels Are One Fixed Vector, Repeated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implementation_plan_updated.md describes </a:t>
            </a:r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per-sequence supervised training on mutation and escape labels.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2880360"/>
          </a:xfrm>
          <a:prstGeom prst="roundRect">
            <a:avLst>
              <a:gd name="adj" fmla="val 2222"/>
            </a:avLst>
          </a:prstGeom>
          <a:solidFill>
            <a:srgbClr val="0B1D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EVIDENCE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26080"/>
            <a:ext cx="10607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src/train.py — SpikeDataset.__getitem__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hotspot_sites = {484,456,501,452,704,486,346,455,417,681,614,142,339,478}  # same set, every sample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y_mutate = fixed_hotspot_vector + Gaussian_noise(std=0.05)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y_escape = fixed_DMS_aggregate_vector + Gaussian_noise(std=0.005)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CEA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5595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training example — regardless of which real strain it came from — receives essentially the same 1,273-length target vector, differing only by small injected noise. The model has little genuine signal to learn sequence-specific mutation or escape behavior; it can reduce loss substantially just by reproducing one fixed, noise-perturbed profile. This is consistent with Finding 2's hardcoded priors effectively encoding that same fixed profile.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— Verified Discrepancies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539935" y="347472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FCEA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39935" y="347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FOUND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Delivered Checkpoint Was Trained on Synthetic Noise, Not Real Embeddings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pipeline (src/train.py) implies </a:t>
            </a:r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checkpoints/best_model.pt was produced by training on the real cached ESM-2 embeddings end-to-end.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2880360"/>
          </a:xfrm>
          <a:prstGeom prst="roundRect">
            <a:avLst>
              <a:gd name="adj" fmla="val 2222"/>
            </a:avLst>
          </a:prstGeom>
          <a:solidFill>
            <a:srgbClr val="0B1D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EVIDENCE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26080"/>
            <a:ext cx="10607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scripts/train_well_calibrated_model.py  (produces checkpoints/best_model.pt)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h_seq = torch.randn(4, 1273, 480) * 0.1        # &lt;-- RANDOM NOISE, not a real embedding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epoch in range(100): ... loss.backward(); optimizer.step()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torch.save({"model_state_dict": model.state_dict()}, "checkpoints/best_model.pt")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purpose stated in the file's own docstring: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"Ensures outputs have healthy standard deviation (&gt; 0.15)"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CEA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5595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 actually evaluated in reports/test_1000_results.json was calibrated against Gaussian noise standing in for sequence input, explicitly to pass an output-diversity sanity check — not trained end-to-end on real strains through the real src/train.py loop. Any accuracy number produced by this checkpoint should be read as a demo/calibration artifact, not as evidence the full real-data pipeline predicts anything.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— Verified Discrepancies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539935" y="347472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FCEA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39935" y="347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FOUND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"1,000 Test Cases" Is 2 Real Sequences, Cycled — With Circular Ground Truth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reports/test_1000_results.json reports </a:t>
            </a:r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total_test_cases: 1000 as a prospective evaluation.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2880360"/>
          </a:xfrm>
          <a:prstGeom prst="roundRect">
            <a:avLst>
              <a:gd name="adj" fmla="val 2222"/>
            </a:avLst>
          </a:prstGeom>
          <a:solidFill>
            <a:srgbClr val="0B1D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EVIDENCE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26080"/>
            <a:ext cx="10607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tests/test_1000_cases.py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strains = df_test["strain"].unique()[:10]        # test.csv has only 2 rows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idx in range(1000):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site   = (idx % 1273) + 1                     # just cycling residue positions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strain = strains[idx % len(strains)]            # cycling through the SAME 2 strains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is_known_hotspot = site in hotspot_set           # SAME fixed set used as the TRAINING target (Finding 3)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CEA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5595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reported AUROC = 0.7357 and Precision@10 = 0.10 are computed by classifying residue POSITIONS of 2 real sequences against the identical hardcoded hotspot set the model was calibrated on — not against independently confirmed JN.1/KP.2/KP.3/XEC mutations. That is label leakage by construction. The very low AUPRC (0.0368) is the more trustworthy signal here: on imbalanced classification, AUPRC confirms the headline AUROC is not supported by precision.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— Verified Discrepancies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539935" y="347472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FCEA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39935" y="347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FOUND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Public Website's Risk Scores Are Largely Hand-Entered, Not Model Inference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reports/index.html (the interactive 3Dmol.js viewer) presents per-residue scores as </a:t>
            </a:r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predictions for all 1,273 residues.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2880360"/>
          </a:xfrm>
          <a:prstGeom prst="roundRect">
            <a:avLst>
              <a:gd name="adj" fmla="val 2222"/>
            </a:avLst>
          </a:prstGeom>
          <a:solidFill>
            <a:srgbClr val="0B1D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EVIDENCE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26080"/>
            <a:ext cx="10607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scripts/export_residue_database.py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priority_sites = { 484: (0.942, 0.915, 0.862), 456: (0.918, 0.890, 0.817), ... }  # 14 sites, typed by hand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1274):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in priority_sites: p_mut, s_esc, risk = priority_sites[i]      # hand-entered constants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p_mut = dms_val*0.7 + np.random.uniform(0.15, 0.45)           # formula + RANDOM noise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CEA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5595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(JointMutationEscapeModel) is never even imported in this script. The 14 'headline' hotspot residues shown on the website are manually typed plausible-looking numbers, and the remaining 1,259 residues are generated by a domain-dependent formula plus random noise, not by running inference. The website is a presentation/demo artifact, not a live deployment of the trained model.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— Verified Discrepancies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2606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Holds Up, and an Honest Read of the Numbers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genuine engineering strength from the demo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Holds Up, and an Honest Read of the Numbers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WHERE DUE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Genuinely Solid in This Project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choice is defensible and current: frozen protein language model + equivariant structural GNN + cross-attention fusion is a legitimate, published pattern for multimodal protein modeling — not a toy design.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train/test split with a hard anti-leakage assertion (src/data/temporal_split.py) — asserts zero date or strain overlap before saving; this is good experimental hygiene many student projects skip entirely.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external data engineering: live download and parsing of Bloom Lab DMS escape data, three real cryo-EM PDB structures turned into proper contact graphs with SASA/dihedral features via BioPython + freesasa.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ablation framework exists (src/ablations.py): sequence-only, structure-only, naive-concatenation, and full cross-attention variants are all implemented and comparable — the right experimental design to justify the fusion architecture, once run on real embeddings.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GVP-GNN implementation follows the cited architecture (Jing et al., ICLR 2021) reasonably faithfully — scalar and vector channels are both propagated through message passing.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Where Due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Metrics — Read With the Findings Above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6858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actually reflects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(hotspot)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Classifying 1,273 cycled positions of 2 strains against the SAME hardcoded hotspot set used for training (Finding 5) — inflated by circularity, not independent generalization.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AUPRC (hotspot)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more informative here: on a label this imbalanced, precision-weighted performance is close to chance. This is the number that contradicts the AUROC headline.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1 of the top-10 predicted residues matched the (circular) ground-truth hotspot set.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 (escape)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Weak-to-moderate rank correlation against DMS-derived targets — plausible in direction, but computed on a checkpoint calibrated on synthetic noise (Finding 4).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std. dev.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the model does not collapse to a constant output — a real but very low bar; it does not confirm predictive validity.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Results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— What the Project Has and Has Not Demonstrated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Demonstrated: a working, differentiable architecture that fuses frozen language-model embeddings with structural-graph features via cross-attention, and a real, leakage-checked temporal data pipeline sourced from legitimate public repositories.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demonstrated: that this architecture, trained end-to-end on its own real cached embeddings with per-sequence-specific labels, outperforms the simple baselines already coded in ablations.py. That experiment has not actually been run on the real pipeline — the checkpoint in hand was calibrated on synthetic input instead.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predicted escape score is, at best, a ranking signal over which mutations to prioritize for wet-lab DMS or neutralization follow-up — not evidence of real-world immune escape, altered transmissibility, or vaccine failure, which require direct experimental or epidemiological confirmation.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predicted escape and aggregated DMS values (once computed on the real pipeline) would show association, not biological causality — the model has no mechanism that establishes why a mutation escapes, only a statistical pattern match.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Biological: DMS escape data covers a finite, already-characterized set of antibodies and epitope classes (5 classes, 178/1,273 sites) — the model cannot be evaluated on escape from antibodies or epitopes outside that panel.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Methodological: hardcoded domain priors and fixed training targets (Findings 2–3) mean the current checkpoint has not been shown to generalize beyond the four pre-defined structural regions.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a held-out test set of 2 sequences is far too small to support any generalization or prospective-accuracy claim with statistical confidence.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Computational: GVP-GNN structural features are computed once per PDB reference structure and reused for every sequence — the model never sees how a specific mutation locally perturbs 3D structure, only a fixed structural 'skeleton' plus sequence embedding.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Statistical: no confidence intervals, no cross-validation, no multiple-seed variance reporting on any metric shown.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2606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Grounding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methodological choices are reasonable, independent of this project's execution issues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Grounding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Literature Underpinning the Design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554480"/>
                <a:gridCol w="4846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/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this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 et al., "Evolutionary-scale prediction of atomic-level protein structure with a language model" [1]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Science,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Introduces the ESM-2 protein language model family used (in principle) as the frozen sequence encoder.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Jing, Eismann, Suriana, Townshend &amp; Dror, "Learning from Protein Structure with Geometric Vector Perceptrons" [2]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ICLR, 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GVP-GNN architecture this project's structure_encoder.py / gvp_features.py implements for equivariant structural message-passing.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Greaney, Starr, Bloom et al., "Complete Mapping of Mutations to the SARS-CoV-2 Spike RBD that Escape Antibody Recognition" [3]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Host &amp; Microbe, 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methodology for the Deep Mutational Scanning escape data this project downloads and aggregates as supervision.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Vaswani et al., "Attention Is All You Need" [4]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NeurIPS, 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Foundational multi-head attention mechanism underlying the cross-attention fusion module.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Sequence + Structure Fusion Is a Reasonable Idea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language models like ESM-2 capture evolutionary and co-occurrence statistics across millions of sequences, but have no explicit notion of 3D geometry — two residues far apart in sequence but close in 3D space may never be connected in a pure sequence model.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GNNs (GVP-GNN) encode exactly that spatial proximity, but have no access to evolutionary context unless trained on large structural corpora.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fusion is a standard way to let one modality's representation be reweighted by the other's context, as popularized by Transformer-based multimodal architectures — using it here to let sequence embeddings be sharpened by structural neighborhoods is a sound idea on paper.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exposed in Section 3 is not with this idea — it is that the specific training run, labels, and evaluation used to validate the idea in this repository do not yet test it properly.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Context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2606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and 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second iteration should fix first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and 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Prioritized Fix Roadmap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760720"/>
                <a:gridCol w="4297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comes first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hardcoded domain-prior offsets in HotspotHead/EscapeHead with a learnable, lower-magnitude biophysical prior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addresses Finding 2 — the single largest threat to any novelty claim.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Re-run src/train.py end-to-end on the real cached ESM-2 embeddings (re-extracted at the documented 650M/1280-dim setting) and re-save the checkpoint from that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addresses Findings 1 and 4 — produces a checkpoint whose metrics mean something.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the temporal test set beyond 2 sequences and build an independent, non-circular ground-truth set of confirmed JN.1/KP.2/KP.3/XEC mutations for 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addresses Finding 5 — removes label leakage from the headline metrics.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from a single fixed per-site target to substitution-level (residue × amino-acid) escape 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the model sequence-specific signal to learn, addressing Finding 3.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existing ablations.py suite on the corrected pipeline and report Seq-only vs. Struct-only vs. Concat vs. Full-fusion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comparison code already exists — it has simply never been run on valid inputs.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problem — ranking Spike residues by mutation likelihood and antibody-escape potential — is well-motivated and the chosen architecture (frozen ESM-2 + GVP-GNN + cross-attention) is a defensible way to approach it.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data-engineering layer is genuinely solid: real public sequence sources, a real Bloom Lab DMS pipeline, real PDB structures, and a correctly leakage-checked temporal split.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verified finding of this audit is negative but valuable: the checkpoint currently in the repository, the '1,000-test-case' evaluation, and the interactive website all trace back to synthetic, hardcoded, or circular inputs rather than a genuine end-to-end run — so none of the headline accuracy numbers should be presented as validated performance.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uncertain: whether the real architecture, trained properly on its own real embeddings with non-circular labels, actually beats the simple baselines already coded in ablations.py — that experiment is the single next step that would make this project's claims defensible.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still matters: the hard infrastructure (data pipeline, leakage-safe split, ablation harness, GVP implementation) needed to run that experiment correctly already exists in this repository — closing the gap is an engineering step, not a redesign.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149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Lin, Z. et al. (2023). Evolutionary-scale prediction of atomic-level protein structure with a language model. Science, 379(6637), 1123–1130.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Jing, B., Eismann, S., Suriana, P., Townshend, R.J.L., &amp; Dror, R. (2021). Learning from Protein Structure with Geometric Vector Perceptrons. ICLR 2021. arXiv:2009.01411.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Greaney, A.J., Starr, T.N., Bloom, J.D. et al. (2021). Complete Mapping of Mutations to the SARS-CoV-2 Spike Receptor-Binding Domain that Escape Antibody Recognition. Cell Host &amp; Microbe, 29(3), 463–476.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Vaswani, A. et al. (2017). Attention Is All You Need. Advances in Neural Information Processing Systems (NeurIPS 30).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 Lab SARS2-RBD-escape-calc data repository: github.com/jbloomlab/SARS2_RBD_Ab_escape_maps (raw DMS source used by src/data/dms_parser.py).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RCSB Protein Data Bank entries 6VXX, 6VSB, 7BNN (SARS-CoV-2 Spike cryo-EM structures used by src/data/structure_builder.py).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2606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quick-reference and glossary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VIVA PREP (1 OF 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Viva Quick-Reference — Biology &amp; Databases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immune escape? — A mutation that reduces how well an antibody neutralizes the virus, measured here via Bloom Lab DMS assays.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is escape ≠ transmissibility or virulence? — They are separate selective pressures; a mutation can change antibody binding without changing ACE2 affinity or disease severity.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use NCBI/Nextstrain and not GISAID? — Both NCBI Virus and Nextstrain's open build are fully public with no registration, keeping the pipeline reproducible; GISAID requires a data-use agreement.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a sequence database AND a structure database? — Sequence gives evolutionary/co-occurrence signal; structure gives 3D spatial proximity that sequence position alone cannot show.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would data leakage look like here? — Exactly what Finding 5 shows: evaluating against the same hardcoded label set used for training.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Viva Prep (1 of 3)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VIVA PREP (2 OF 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Viva Quick-Reference — Machine Learning &amp; Methodology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fuse with cross-attention instead of concatenation? — Cross-attention lets each residue adaptively weight structural context instead of forcing a single fixed combination; ablations.py was built to test this claim but has not yet been run on the real pipeline.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are protein embeddings? — Fixed-length vectors per residue produced by a language model trained on millions of sequences, capturing evolutionary/contextual patterns without explicit 3D information.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Was ESM-2 fine-tuned? — No. It is fully frozen; only the GVP-GNN, fusion layer, and two heads receive gradients.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are the selected metrics (AUROC/AUPRC/Spearman/Precision@K) appropriate? — Standard for imbalanced binary hotspot classification (AUROC/AUPRC) plus rank-correlation for a continuous escape score (Spearman) — appropriate choices, even though the current inputs to them are compromised.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would you improve with another semester? — Follow the five-item roadmap: learnable prior gate, real end-to-end retraining, a non-circular larger test set, substitution-level labels, then run the existing ablation suite.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Viva Prep (2 of 3)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VIVA PREP (3 OF 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Viva Quick-Reference — Results &amp; Honesty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strongest verified finding? — That the delivered checkpoint, '1,000-test-case' evaluation, and website risk scores are demo/calibration artifacts rather than a genuine end-to-end evaluation — found directly in the code, not assumed.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 the reported AUROC/AUPRC actually mean? — AUROC 0.7357 looks strong in isolation, but AUPRC 0.0368 on the same labels reveals the apparent skill is an artifact of circular, imbalanced labels, not real discriminative power.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know the model generalizes? — It currently doesn't have evidence that it does; the test set is 2 sequences and the 'ground truth' reuses the training label set. State this directly rather than defending the number.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genuinely novel here? — The specific combination of frozen ESM-2 + GVP-GNN + cross-attention + a leakage-checked temporal split for this exact prediction task, once executed correctly; the architecture choice itself draws on established 2021–2023 literature rather than inventing new model components.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would provide the strongest validation? — Re-running eval.py and ablations.py on the real-embedding checkpoint against an independently curated set of confirmed JN.1/KP.2/KP.3/XEC Spike mutations.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Viva Prep (3 of 3)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GLOSSARY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</a:t>
            </a:r>
            <a:endParaRPr lang="en-US" sz="2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ESM-2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protein language model (Meta AI) trained on evolutionary sequence data; produces per-residue embedding vectors.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GVP-GNN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Vector Perceptron Graph Neural Network — a rotation-equivariant architecture for learning from 3D protein structure.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attention mechanism where queries from one modality (sequence) attend to keys/values from another (structure).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 (Deep Mutational Scanning)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experimental method that measures the functional/antibody-escape effect of many engineered mutations in parallel.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Epitope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specific surface region of an antigen that an antibody physically binds.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/ AUPRC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under the ROC / Precision-Recall curve — classification-quality metrics; AUPRC is more informative under class imbalance.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Rank-correlation coefficient between predicted and true continuous values; invariant to monotonic rescaling.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Dividing data into train/test by collection date so the model is tested only on genuinely future samples.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Data/label leakage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evaluation information overlaps with training information, inflating apparent performance.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 R = P ×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project's joint ranking statistic: mutation probability multiplied by escape severity.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Glossary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VIT Vellore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Prediction of Viral Mutations and Immune-Escape Potential</dc:title>
  <dc:subject>PptxGenJS Presentation</dc:subject>
  <dc:creator>Jimit Patel</dc:creator>
  <cp:lastModifiedBy>Jimit Patel</cp:lastModifiedBy>
  <cp:revision>1</cp:revision>
  <dcterms:created xsi:type="dcterms:W3CDTF">2026-10-12T16:37:52Z</dcterms:created>
  <dcterms:modified xsi:type="dcterms:W3CDTF">2026-10-12T16:37:52Z</dcterms:modified>
</cp:coreProperties>
</file>